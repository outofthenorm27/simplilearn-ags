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317918-4A5B-4B66-B32C-BD8A7596F011}" v="1" dt="2025-11-15T14:55:37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17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Norman" userId="e2c4e04267d3dad2" providerId="LiveId" clId="{C8C57C28-4959-435A-ACE0-084D67A6B620}"/>
    <pc:docChg chg="custSel addSld delSld modSld sldOrd">
      <pc:chgData name="Ryan Norman" userId="e2c4e04267d3dad2" providerId="LiveId" clId="{C8C57C28-4959-435A-ACE0-084D67A6B620}" dt="2025-11-15T15:00:49.484" v="330" actId="14100"/>
      <pc:docMkLst>
        <pc:docMk/>
      </pc:docMkLst>
      <pc:sldChg chg="modSp mod">
        <pc:chgData name="Ryan Norman" userId="e2c4e04267d3dad2" providerId="LiveId" clId="{C8C57C28-4959-435A-ACE0-084D67A6B620}" dt="2025-11-15T14:55:56.679" v="168" actId="255"/>
        <pc:sldMkLst>
          <pc:docMk/>
          <pc:sldMk cId="2183576349" sldId="256"/>
        </pc:sldMkLst>
        <pc:spChg chg="mod">
          <ac:chgData name="Ryan Norman" userId="e2c4e04267d3dad2" providerId="LiveId" clId="{C8C57C28-4959-435A-ACE0-084D67A6B620}" dt="2025-11-15T14:55:56.679" v="168" actId="255"/>
          <ac:spMkLst>
            <pc:docMk/>
            <pc:sldMk cId="2183576349" sldId="256"/>
            <ac:spMk id="2" creationId="{BDED6774-3A7A-A6E3-71CC-C1D4851E2735}"/>
          </ac:spMkLst>
        </pc:spChg>
        <pc:spChg chg="mod">
          <ac:chgData name="Ryan Norman" userId="e2c4e04267d3dad2" providerId="LiveId" clId="{C8C57C28-4959-435A-ACE0-084D67A6B620}" dt="2025-11-15T14:55:18.816" v="165" actId="5793"/>
          <ac:spMkLst>
            <pc:docMk/>
            <pc:sldMk cId="2183576349" sldId="256"/>
            <ac:spMk id="3" creationId="{75C01C40-4370-BBE8-3352-BA40B959347B}"/>
          </ac:spMkLst>
        </pc:spChg>
      </pc:sldChg>
      <pc:sldChg chg="modSp add mod">
        <pc:chgData name="Ryan Norman" userId="e2c4e04267d3dad2" providerId="LiveId" clId="{C8C57C28-4959-435A-ACE0-084D67A6B620}" dt="2025-11-15T14:57:56.854" v="244" actId="27636"/>
        <pc:sldMkLst>
          <pc:docMk/>
          <pc:sldMk cId="2258025451" sldId="262"/>
        </pc:sldMkLst>
        <pc:spChg chg="mod">
          <ac:chgData name="Ryan Norman" userId="e2c4e04267d3dad2" providerId="LiveId" clId="{C8C57C28-4959-435A-ACE0-084D67A6B620}" dt="2025-11-15T14:55:37.671" v="166"/>
          <ac:spMkLst>
            <pc:docMk/>
            <pc:sldMk cId="2258025451" sldId="262"/>
            <ac:spMk id="2" creationId="{21ACD6A0-3E65-86A5-4900-1DC25C3DB631}"/>
          </ac:spMkLst>
        </pc:spChg>
        <pc:spChg chg="mod">
          <ac:chgData name="Ryan Norman" userId="e2c4e04267d3dad2" providerId="LiveId" clId="{C8C57C28-4959-435A-ACE0-084D67A6B620}" dt="2025-11-15T14:57:56.854" v="244" actId="27636"/>
          <ac:spMkLst>
            <pc:docMk/>
            <pc:sldMk cId="2258025451" sldId="262"/>
            <ac:spMk id="3" creationId="{65F9609C-C525-CB96-9CEA-D9605FA842E0}"/>
          </ac:spMkLst>
        </pc:spChg>
      </pc:sldChg>
      <pc:sldChg chg="modSp add del mod ord">
        <pc:chgData name="Ryan Norman" userId="e2c4e04267d3dad2" providerId="LiveId" clId="{C8C57C28-4959-435A-ACE0-084D67A6B620}" dt="2025-11-15T14:59:11.549" v="245" actId="47"/>
        <pc:sldMkLst>
          <pc:docMk/>
          <pc:sldMk cId="1916579902" sldId="263"/>
        </pc:sldMkLst>
      </pc:sldChg>
      <pc:sldChg chg="modSp add mod ord">
        <pc:chgData name="Ryan Norman" userId="e2c4e04267d3dad2" providerId="LiveId" clId="{C8C57C28-4959-435A-ACE0-084D67A6B620}" dt="2025-11-15T15:00:05.523" v="325" actId="20577"/>
        <pc:sldMkLst>
          <pc:docMk/>
          <pc:sldMk cId="2793030625" sldId="263"/>
        </pc:sldMkLst>
        <pc:spChg chg="mod">
          <ac:chgData name="Ryan Norman" userId="e2c4e04267d3dad2" providerId="LiveId" clId="{C8C57C28-4959-435A-ACE0-084D67A6B620}" dt="2025-11-15T15:00:05.523" v="325" actId="20577"/>
          <ac:spMkLst>
            <pc:docMk/>
            <pc:sldMk cId="2793030625" sldId="263"/>
            <ac:spMk id="2" creationId="{845999D3-59A0-8E64-43CA-DB80CFD6EB0A}"/>
          </ac:spMkLst>
        </pc:spChg>
      </pc:sldChg>
      <pc:sldChg chg="addSp delSp modSp new mod">
        <pc:chgData name="Ryan Norman" userId="e2c4e04267d3dad2" providerId="LiveId" clId="{C8C57C28-4959-435A-ACE0-084D67A6B620}" dt="2025-11-15T15:00:49.484" v="330" actId="14100"/>
        <pc:sldMkLst>
          <pc:docMk/>
          <pc:sldMk cId="188466734" sldId="264"/>
        </pc:sldMkLst>
        <pc:spChg chg="del">
          <ac:chgData name="Ryan Norman" userId="e2c4e04267d3dad2" providerId="LiveId" clId="{C8C57C28-4959-435A-ACE0-084D67A6B620}" dt="2025-11-15T15:00:29.193" v="327" actId="478"/>
          <ac:spMkLst>
            <pc:docMk/>
            <pc:sldMk cId="188466734" sldId="264"/>
            <ac:spMk id="2" creationId="{D243DA06-4294-7C58-97C8-E703E5770CD3}"/>
          </ac:spMkLst>
        </pc:spChg>
        <pc:spChg chg="del">
          <ac:chgData name="Ryan Norman" userId="e2c4e04267d3dad2" providerId="LiveId" clId="{C8C57C28-4959-435A-ACE0-084D67A6B620}" dt="2025-11-15T15:00:29.193" v="327" actId="478"/>
          <ac:spMkLst>
            <pc:docMk/>
            <pc:sldMk cId="188466734" sldId="264"/>
            <ac:spMk id="3" creationId="{E45D21BF-9446-CF33-FE03-D1A7AEB59447}"/>
          </ac:spMkLst>
        </pc:spChg>
        <pc:picChg chg="add mod">
          <ac:chgData name="Ryan Norman" userId="e2c4e04267d3dad2" providerId="LiveId" clId="{C8C57C28-4959-435A-ACE0-084D67A6B620}" dt="2025-11-15T15:00:49.484" v="330" actId="14100"/>
          <ac:picMkLst>
            <pc:docMk/>
            <pc:sldMk cId="188466734" sldId="264"/>
            <ac:picMk id="5" creationId="{B032AB0D-6E26-8490-93BA-A62D9322B7E5}"/>
          </ac:picMkLst>
        </pc:picChg>
      </pc:sldChg>
      <pc:sldChg chg="modSp add del mod">
        <pc:chgData name="Ryan Norman" userId="e2c4e04267d3dad2" providerId="LiveId" clId="{C8C57C28-4959-435A-ACE0-084D67A6B620}" dt="2025-11-15T14:59:11.549" v="245" actId="47"/>
        <pc:sldMkLst>
          <pc:docMk/>
          <pc:sldMk cId="311179571" sldId="264"/>
        </pc:sldMkLst>
      </pc:sldChg>
      <pc:sldChg chg="modSp add del mod ord">
        <pc:chgData name="Ryan Norman" userId="e2c4e04267d3dad2" providerId="LiveId" clId="{C8C57C28-4959-435A-ACE0-084D67A6B620}" dt="2025-11-15T14:59:11.549" v="245" actId="47"/>
        <pc:sldMkLst>
          <pc:docMk/>
          <pc:sldMk cId="2205742993" sldId="265"/>
        </pc:sldMkLst>
      </pc:sldChg>
      <pc:sldChg chg="modSp add del mod">
        <pc:chgData name="Ryan Norman" userId="e2c4e04267d3dad2" providerId="LiveId" clId="{C8C57C28-4959-435A-ACE0-084D67A6B620}" dt="2025-11-15T14:59:11.549" v="245" actId="47"/>
        <pc:sldMkLst>
          <pc:docMk/>
          <pc:sldMk cId="1941292604" sldId="266"/>
        </pc:sldMkLst>
      </pc:sldChg>
      <pc:sldChg chg="modSp add del mod ord">
        <pc:chgData name="Ryan Norman" userId="e2c4e04267d3dad2" providerId="LiveId" clId="{C8C57C28-4959-435A-ACE0-084D67A6B620}" dt="2025-11-15T14:59:11.549" v="245" actId="47"/>
        <pc:sldMkLst>
          <pc:docMk/>
          <pc:sldMk cId="2987819147" sldId="267"/>
        </pc:sldMkLst>
      </pc:sldChg>
      <pc:sldChg chg="modSp add del mod">
        <pc:chgData name="Ryan Norman" userId="e2c4e04267d3dad2" providerId="LiveId" clId="{C8C57C28-4959-435A-ACE0-084D67A6B620}" dt="2025-11-15T14:59:11.549" v="245" actId="47"/>
        <pc:sldMkLst>
          <pc:docMk/>
          <pc:sldMk cId="2124054630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EE013-8CF5-5538-98F5-8F8E99C15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A79AE-4AEA-4585-7BFE-C54D78393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EEE5-BDE1-8582-95B6-A8B1D80A7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A6F6F-579D-4322-ED0A-0A2FFB08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ECDC-04D8-AEE6-CCC6-C58E91646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52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0BCA1-B26B-7BC0-B7D1-DCC2C3291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8740-D1B6-0DB5-B380-A2678A065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79DA3-D3D1-8527-74F4-CCBF42F1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BA4B3-B19F-D60B-059C-BEADFF7E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A07B-BA11-2048-BE63-D387F959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16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A623-4B85-FB1F-F166-7BFA2A21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D3BFE-25F1-C200-45E6-C20BEB7C8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B4227-F894-8423-E5ED-DAD70800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53719-9A42-4761-1752-622C1B3D9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1888C-2AF7-2311-26EA-69C38FD19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08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F54B2-C473-E796-3282-FE09EF322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7F1C2-A827-B22E-34DA-A890AB421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B2C7A-F9FF-7C62-23CC-764B0A6E0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625F0-AD76-3EE6-BA00-55D61C968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C004D-8454-A742-B289-9493847E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C748-2C6C-464F-2643-903654089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1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B4EF-ECA3-8FBB-7136-2E3DC32AE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57DF5-443F-07B9-2577-5E994BBB5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B34D3-B2DC-822D-4258-0A87B2F4E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C92BE4-30D3-CED4-77AD-157796A1D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A261FF-EB96-999A-43B1-295297CBA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9C6F4-809D-09EA-CE9B-E07C06CCC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B4528D-D86C-DAAA-AC73-6936CD017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ECDDC5-BE5A-AD6D-8AFD-7B77D79A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61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DE559-FB0C-CD29-8E2C-4F179335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288ED-A6BC-3AFC-4927-818242205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3AA1A-3655-2DC9-AFF7-26D815D9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9287C-AD05-4FAA-E189-A82F8CB5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8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A40D2-1BDE-4CC6-146D-CAF7DC0E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A3DF3-E133-D2F7-F066-69B9D279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780EE-E1E0-E808-B5C5-1C299EB1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81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92555-B28E-9E8D-7AB5-E3F653A0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BF495-C717-2730-5475-0952C307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A8BD7-7AAC-0489-4815-C57CC7F86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B0143-48E0-94A9-4F0F-8B299FCDA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FFCF2-9551-B62F-42D4-109694D9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453B2-1743-2D0E-4BFF-9FDAAF42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9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238D-88BF-3FFB-4F92-9AD44DD0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A9D242-F1DC-CCE1-EF90-10EDEFBDA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045EE-E20F-4A77-A6D7-CDA856ED1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9B709-B075-45F0-3BB8-10A5CFE91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2DA0C-10D6-2A90-6A1A-D16612F0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54E6B-179B-31AA-5942-6BAF8FE3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7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6C28-55EE-B06F-20C2-8FB21A407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6E6A9-7F58-8EC7-2D89-CFD1A2446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09FEB-5611-E694-79AF-E39648C6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0EAA4-28D2-D245-A6F7-B910843F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81181-0317-2ABD-37AD-394AF70A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6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CD6B82-A4A6-F907-BE40-DD8388814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F2317-9BEB-B3ED-5EA4-198DC3F68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B2AF1-1F2A-EACF-F890-14BE36D43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21AE8-69E9-DA58-9CEE-0FFDB087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E41DB-2DC7-E951-7DF2-3F24DB8E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63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B34AA0-C4FE-7192-530A-4515ACB8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AF1A4-8D7D-DD2C-B98A-050F37DC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3B0AF-FBF9-0A07-1D89-9FB343140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8DAC2-7D89-4E78-9B48-ABF4DF83307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C500F-048D-7AB8-40BA-57588E787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0A061-FEFD-321C-137B-915DCDB9F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5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D6774-3A7A-A6E3-71CC-C1D4851E27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What are the most used transformer based LLMs today?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01C40-4370-BBE8-3352-BA40B95934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576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BD5EA-7D6A-FA83-A33D-0AA861B71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D6A0-3E65-86A5-4900-1DC25C3DB6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What are the most used transformer based LLMs today??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609C-C525-CB96-9CEA-D9605FA842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OpenAI GPT Series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err="1"/>
              <a:t>Anthropic’s</a:t>
            </a:r>
            <a:r>
              <a:rPr lang="en-US" dirty="0"/>
              <a:t> Claude Series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Google’s Gemini Series</a:t>
            </a:r>
          </a:p>
        </p:txBody>
      </p:sp>
    </p:spTree>
    <p:extLst>
      <p:ext uri="{BB962C8B-B14F-4D97-AF65-F5344CB8AC3E}">
        <p14:creationId xmlns:p14="http://schemas.microsoft.com/office/powerpoint/2010/main" val="2258025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A2981-1333-7277-B6FA-9F2BCCBA1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999D3-59A0-8E64-43CA-DB80CFD6EB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What are some differences between the GAN and Transformer Architectures?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F18F4-A326-F28B-7035-AF38933DBD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030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32AB0D-6E26-8490-93BA-A62D9322B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203" y="1225899"/>
            <a:ext cx="10722342" cy="451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6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40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What are the most used transformer based LLMs today?</vt:lpstr>
      <vt:lpstr>What are the most used transformer based LLMs today??</vt:lpstr>
      <vt:lpstr>What are some differences between the GAN and Transformer Architectures?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Norman</dc:creator>
  <cp:lastModifiedBy>Ryan Norman</cp:lastModifiedBy>
  <cp:revision>2</cp:revision>
  <dcterms:created xsi:type="dcterms:W3CDTF">2025-11-08T12:47:50Z</dcterms:created>
  <dcterms:modified xsi:type="dcterms:W3CDTF">2025-11-15T15:00:53Z</dcterms:modified>
</cp:coreProperties>
</file>