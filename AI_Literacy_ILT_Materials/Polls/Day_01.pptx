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0B6B3-3A18-4463-95C9-C7AD0E4EB2D4}" v="31" dt="2025-11-08T13:18:17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Norman" userId="e2c4e04267d3dad2" providerId="LiveId" clId="{C8C57C28-4959-435A-ACE0-084D67A6B620}"/>
    <pc:docChg chg="undo custSel addSld modSld sldOrd">
      <pc:chgData name="Ryan Norman" userId="e2c4e04267d3dad2" providerId="LiveId" clId="{C8C57C28-4959-435A-ACE0-084D67A6B620}" dt="2025-11-08T13:18:27.301" v="478" actId="13926"/>
      <pc:docMkLst>
        <pc:docMk/>
      </pc:docMkLst>
      <pc:sldChg chg="modSp mod">
        <pc:chgData name="Ryan Norman" userId="e2c4e04267d3dad2" providerId="LiveId" clId="{C8C57C28-4959-435A-ACE0-084D67A6B620}" dt="2025-11-08T12:59:23.617" v="238" actId="242"/>
        <pc:sldMkLst>
          <pc:docMk/>
          <pc:sldMk cId="2183576349" sldId="256"/>
        </pc:sldMkLst>
        <pc:spChg chg="mod">
          <ac:chgData name="Ryan Norman" userId="e2c4e04267d3dad2" providerId="LiveId" clId="{C8C57C28-4959-435A-ACE0-084D67A6B620}" dt="2025-11-08T12:59:23.617" v="238" actId="242"/>
          <ac:spMkLst>
            <pc:docMk/>
            <pc:sldMk cId="2183576349" sldId="256"/>
            <ac:spMk id="2" creationId="{BDED6774-3A7A-A6E3-71CC-C1D4851E2735}"/>
          </ac:spMkLst>
        </pc:spChg>
        <pc:spChg chg="mod">
          <ac:chgData name="Ryan Norman" userId="e2c4e04267d3dad2" providerId="LiveId" clId="{C8C57C28-4959-435A-ACE0-084D67A6B620}" dt="2025-11-08T12:53:07.423" v="176" actId="20577"/>
          <ac:spMkLst>
            <pc:docMk/>
            <pc:sldMk cId="2183576349" sldId="256"/>
            <ac:spMk id="3" creationId="{75C01C40-4370-BBE8-3352-BA40B959347B}"/>
          </ac:spMkLst>
        </pc:spChg>
      </pc:sldChg>
      <pc:sldChg chg="modSp add mod">
        <pc:chgData name="Ryan Norman" userId="e2c4e04267d3dad2" providerId="LiveId" clId="{C8C57C28-4959-435A-ACE0-084D67A6B620}" dt="2025-11-08T12:59:35.822" v="239" actId="242"/>
        <pc:sldMkLst>
          <pc:docMk/>
          <pc:sldMk cId="888231455" sldId="257"/>
        </pc:sldMkLst>
        <pc:spChg chg="mod">
          <ac:chgData name="Ryan Norman" userId="e2c4e04267d3dad2" providerId="LiveId" clId="{C8C57C28-4959-435A-ACE0-084D67A6B620}" dt="2025-11-08T12:59:35.822" v="239" actId="242"/>
          <ac:spMkLst>
            <pc:docMk/>
            <pc:sldMk cId="888231455" sldId="257"/>
            <ac:spMk id="2" creationId="{42FD9AF6-2347-3DD3-4479-B8AF674A7E47}"/>
          </ac:spMkLst>
        </pc:spChg>
        <pc:spChg chg="mod">
          <ac:chgData name="Ryan Norman" userId="e2c4e04267d3dad2" providerId="LiveId" clId="{C8C57C28-4959-435A-ACE0-084D67A6B620}" dt="2025-11-08T12:55:40.348" v="190" actId="13926"/>
          <ac:spMkLst>
            <pc:docMk/>
            <pc:sldMk cId="888231455" sldId="257"/>
            <ac:spMk id="3" creationId="{284E05E6-E8FB-2705-971B-92A47933202C}"/>
          </ac:spMkLst>
        </pc:spChg>
      </pc:sldChg>
      <pc:sldChg chg="modSp add mod ord">
        <pc:chgData name="Ryan Norman" userId="e2c4e04267d3dad2" providerId="LiveId" clId="{C8C57C28-4959-435A-ACE0-084D67A6B620}" dt="2025-11-08T13:00:53.449" v="293" actId="20577"/>
        <pc:sldMkLst>
          <pc:docMk/>
          <pc:sldMk cId="601790176" sldId="258"/>
        </pc:sldMkLst>
        <pc:spChg chg="mod">
          <ac:chgData name="Ryan Norman" userId="e2c4e04267d3dad2" providerId="LiveId" clId="{C8C57C28-4959-435A-ACE0-084D67A6B620}" dt="2025-11-08T12:59:07.456" v="237" actId="242"/>
          <ac:spMkLst>
            <pc:docMk/>
            <pc:sldMk cId="601790176" sldId="258"/>
            <ac:spMk id="2" creationId="{927A67B2-633C-D0E6-AF91-DBF80ED731B7}"/>
          </ac:spMkLst>
        </pc:spChg>
        <pc:spChg chg="mod">
          <ac:chgData name="Ryan Norman" userId="e2c4e04267d3dad2" providerId="LiveId" clId="{C8C57C28-4959-435A-ACE0-084D67A6B620}" dt="2025-11-08T13:00:53.449" v="293" actId="20577"/>
          <ac:spMkLst>
            <pc:docMk/>
            <pc:sldMk cId="601790176" sldId="258"/>
            <ac:spMk id="3" creationId="{BF0507EB-6B5A-763D-674B-8465BA8BB782}"/>
          </ac:spMkLst>
        </pc:spChg>
      </pc:sldChg>
      <pc:sldChg chg="modSp add mod">
        <pc:chgData name="Ryan Norman" userId="e2c4e04267d3dad2" providerId="LiveId" clId="{C8C57C28-4959-435A-ACE0-084D67A6B620}" dt="2025-11-08T13:00:48.722" v="290" actId="13926"/>
        <pc:sldMkLst>
          <pc:docMk/>
          <pc:sldMk cId="2854286423" sldId="259"/>
        </pc:sldMkLst>
        <pc:spChg chg="mod">
          <ac:chgData name="Ryan Norman" userId="e2c4e04267d3dad2" providerId="LiveId" clId="{C8C57C28-4959-435A-ACE0-084D67A6B620}" dt="2025-11-08T13:00:48.722" v="290" actId="13926"/>
          <ac:spMkLst>
            <pc:docMk/>
            <pc:sldMk cId="2854286423" sldId="259"/>
            <ac:spMk id="3" creationId="{76AFF3EF-AFC7-0331-9551-CE7CA861F7EE}"/>
          </ac:spMkLst>
        </pc:spChg>
      </pc:sldChg>
      <pc:sldChg chg="modSp add mod ord">
        <pc:chgData name="Ryan Norman" userId="e2c4e04267d3dad2" providerId="LiveId" clId="{C8C57C28-4959-435A-ACE0-084D67A6B620}" dt="2025-11-08T13:03:28.169" v="303"/>
        <pc:sldMkLst>
          <pc:docMk/>
          <pc:sldMk cId="190921401" sldId="260"/>
        </pc:sldMkLst>
        <pc:spChg chg="mod">
          <ac:chgData name="Ryan Norman" userId="e2c4e04267d3dad2" providerId="LiveId" clId="{C8C57C28-4959-435A-ACE0-084D67A6B620}" dt="2025-11-08T13:03:00.273" v="297"/>
          <ac:spMkLst>
            <pc:docMk/>
            <pc:sldMk cId="190921401" sldId="260"/>
            <ac:spMk id="2" creationId="{7D81388D-0395-9F47-BE2F-787B5F6901B4}"/>
          </ac:spMkLst>
        </pc:spChg>
        <pc:spChg chg="mod">
          <ac:chgData name="Ryan Norman" userId="e2c4e04267d3dad2" providerId="LiveId" clId="{C8C57C28-4959-435A-ACE0-084D67A6B620}" dt="2025-11-08T13:03:28.169" v="303"/>
          <ac:spMkLst>
            <pc:docMk/>
            <pc:sldMk cId="190921401" sldId="260"/>
            <ac:spMk id="3" creationId="{68EEA9BA-8755-C653-DD04-69A0B2533A24}"/>
          </ac:spMkLst>
        </pc:spChg>
      </pc:sldChg>
      <pc:sldChg chg="modSp add mod">
        <pc:chgData name="Ryan Norman" userId="e2c4e04267d3dad2" providerId="LiveId" clId="{C8C57C28-4959-435A-ACE0-084D67A6B620}" dt="2025-11-08T13:03:49.313" v="306" actId="13926"/>
        <pc:sldMkLst>
          <pc:docMk/>
          <pc:sldMk cId="1115342093" sldId="261"/>
        </pc:sldMkLst>
        <pc:spChg chg="mod">
          <ac:chgData name="Ryan Norman" userId="e2c4e04267d3dad2" providerId="LiveId" clId="{C8C57C28-4959-435A-ACE0-084D67A6B620}" dt="2025-11-08T13:03:49.313" v="306" actId="13926"/>
          <ac:spMkLst>
            <pc:docMk/>
            <pc:sldMk cId="1115342093" sldId="261"/>
            <ac:spMk id="3" creationId="{4CA0E18E-C2D7-B760-38C4-935566669F74}"/>
          </ac:spMkLst>
        </pc:spChg>
      </pc:sldChg>
      <pc:sldChg chg="modSp add mod">
        <pc:chgData name="Ryan Norman" userId="e2c4e04267d3dad2" providerId="LiveId" clId="{C8C57C28-4959-435A-ACE0-084D67A6B620}" dt="2025-11-08T13:07:40.745" v="310" actId="20577"/>
        <pc:sldMkLst>
          <pc:docMk/>
          <pc:sldMk cId="2265367991" sldId="262"/>
        </pc:sldMkLst>
        <pc:spChg chg="mod">
          <ac:chgData name="Ryan Norman" userId="e2c4e04267d3dad2" providerId="LiveId" clId="{C8C57C28-4959-435A-ACE0-084D67A6B620}" dt="2025-11-08T13:07:29.087" v="307"/>
          <ac:spMkLst>
            <pc:docMk/>
            <pc:sldMk cId="2265367991" sldId="262"/>
            <ac:spMk id="2" creationId="{53BC4C51-2747-BB11-9BE2-2D6B1979F767}"/>
          </ac:spMkLst>
        </pc:spChg>
        <pc:spChg chg="mod">
          <ac:chgData name="Ryan Norman" userId="e2c4e04267d3dad2" providerId="LiveId" clId="{C8C57C28-4959-435A-ACE0-084D67A6B620}" dt="2025-11-08T13:07:40.745" v="310" actId="20577"/>
          <ac:spMkLst>
            <pc:docMk/>
            <pc:sldMk cId="2265367991" sldId="262"/>
            <ac:spMk id="3" creationId="{8A09A32B-B2F3-45B7-590E-5DD42A17CB7D}"/>
          </ac:spMkLst>
        </pc:spChg>
      </pc:sldChg>
      <pc:sldChg chg="modSp add mod">
        <pc:chgData name="Ryan Norman" userId="e2c4e04267d3dad2" providerId="LiveId" clId="{C8C57C28-4959-435A-ACE0-084D67A6B620}" dt="2025-11-08T13:08:05.737" v="313" actId="13926"/>
        <pc:sldMkLst>
          <pc:docMk/>
          <pc:sldMk cId="3015062575" sldId="263"/>
        </pc:sldMkLst>
        <pc:spChg chg="mod">
          <ac:chgData name="Ryan Norman" userId="e2c4e04267d3dad2" providerId="LiveId" clId="{C8C57C28-4959-435A-ACE0-084D67A6B620}" dt="2025-11-08T13:08:05.737" v="313" actId="13926"/>
          <ac:spMkLst>
            <pc:docMk/>
            <pc:sldMk cId="3015062575" sldId="263"/>
            <ac:spMk id="3" creationId="{B10AEFD9-469C-F301-BF31-1D8E743B487E}"/>
          </ac:spMkLst>
        </pc:spChg>
      </pc:sldChg>
      <pc:sldChg chg="modSp add mod">
        <pc:chgData name="Ryan Norman" userId="e2c4e04267d3dad2" providerId="LiveId" clId="{C8C57C28-4959-435A-ACE0-084D67A6B620}" dt="2025-11-08T13:10:52.030" v="327"/>
        <pc:sldMkLst>
          <pc:docMk/>
          <pc:sldMk cId="867387860" sldId="264"/>
        </pc:sldMkLst>
        <pc:spChg chg="mod">
          <ac:chgData name="Ryan Norman" userId="e2c4e04267d3dad2" providerId="LiveId" clId="{C8C57C28-4959-435A-ACE0-084D67A6B620}" dt="2025-11-08T13:10:16.008" v="314"/>
          <ac:spMkLst>
            <pc:docMk/>
            <pc:sldMk cId="867387860" sldId="264"/>
            <ac:spMk id="2" creationId="{54C73218-5E51-D395-D11D-0B52E0C2BB0F}"/>
          </ac:spMkLst>
        </pc:spChg>
        <pc:spChg chg="mod">
          <ac:chgData name="Ryan Norman" userId="e2c4e04267d3dad2" providerId="LiveId" clId="{C8C57C28-4959-435A-ACE0-084D67A6B620}" dt="2025-11-08T13:10:52.030" v="327"/>
          <ac:spMkLst>
            <pc:docMk/>
            <pc:sldMk cId="867387860" sldId="264"/>
            <ac:spMk id="3" creationId="{8F0CAD66-6DE7-66FA-59B9-CD151EC2BBE8}"/>
          </ac:spMkLst>
        </pc:spChg>
      </pc:sldChg>
      <pc:sldChg chg="modSp add mod">
        <pc:chgData name="Ryan Norman" userId="e2c4e04267d3dad2" providerId="LiveId" clId="{C8C57C28-4959-435A-ACE0-084D67A6B620}" dt="2025-11-08T13:11:15.002" v="330" actId="13926"/>
        <pc:sldMkLst>
          <pc:docMk/>
          <pc:sldMk cId="2178096191" sldId="265"/>
        </pc:sldMkLst>
        <pc:spChg chg="mod">
          <ac:chgData name="Ryan Norman" userId="e2c4e04267d3dad2" providerId="LiveId" clId="{C8C57C28-4959-435A-ACE0-084D67A6B620}" dt="2025-11-08T13:11:15.002" v="330" actId="13926"/>
          <ac:spMkLst>
            <pc:docMk/>
            <pc:sldMk cId="2178096191" sldId="265"/>
            <ac:spMk id="3" creationId="{CA8FF682-04F3-2220-F0C6-D6A6D8F065BB}"/>
          </ac:spMkLst>
        </pc:spChg>
      </pc:sldChg>
      <pc:sldChg chg="modSp add mod">
        <pc:chgData name="Ryan Norman" userId="e2c4e04267d3dad2" providerId="LiveId" clId="{C8C57C28-4959-435A-ACE0-084D67A6B620}" dt="2025-11-08T13:12:48.496" v="445" actId="27636"/>
        <pc:sldMkLst>
          <pc:docMk/>
          <pc:sldMk cId="853683334" sldId="266"/>
        </pc:sldMkLst>
        <pc:spChg chg="mod">
          <ac:chgData name="Ryan Norman" userId="e2c4e04267d3dad2" providerId="LiveId" clId="{C8C57C28-4959-435A-ACE0-084D67A6B620}" dt="2025-11-08T13:12:28.479" v="421" actId="20577"/>
          <ac:spMkLst>
            <pc:docMk/>
            <pc:sldMk cId="853683334" sldId="266"/>
            <ac:spMk id="2" creationId="{BA18F41E-3029-A3E5-DF92-1BACE592C266}"/>
          </ac:spMkLst>
        </pc:spChg>
        <pc:spChg chg="mod">
          <ac:chgData name="Ryan Norman" userId="e2c4e04267d3dad2" providerId="LiveId" clId="{C8C57C28-4959-435A-ACE0-084D67A6B620}" dt="2025-11-08T13:12:48.496" v="445" actId="27636"/>
          <ac:spMkLst>
            <pc:docMk/>
            <pc:sldMk cId="853683334" sldId="266"/>
            <ac:spMk id="3" creationId="{67DA7CB6-D16B-A8A4-AA87-C297A92CDE84}"/>
          </ac:spMkLst>
        </pc:spChg>
      </pc:sldChg>
      <pc:sldChg chg="modSp add mod">
        <pc:chgData name="Ryan Norman" userId="e2c4e04267d3dad2" providerId="LiveId" clId="{C8C57C28-4959-435A-ACE0-084D67A6B620}" dt="2025-11-08T13:13:52.781" v="454" actId="20577"/>
        <pc:sldMkLst>
          <pc:docMk/>
          <pc:sldMk cId="1612889401" sldId="267"/>
        </pc:sldMkLst>
        <pc:spChg chg="mod">
          <ac:chgData name="Ryan Norman" userId="e2c4e04267d3dad2" providerId="LiveId" clId="{C8C57C28-4959-435A-ACE0-084D67A6B620}" dt="2025-11-08T13:13:52.781" v="454" actId="20577"/>
          <ac:spMkLst>
            <pc:docMk/>
            <pc:sldMk cId="1612889401" sldId="267"/>
            <ac:spMk id="2" creationId="{0DDD641B-BAA4-56F8-0F3C-F089E1E7F80F}"/>
          </ac:spMkLst>
        </pc:spChg>
        <pc:spChg chg="mod">
          <ac:chgData name="Ryan Norman" userId="e2c4e04267d3dad2" providerId="LiveId" clId="{C8C57C28-4959-435A-ACE0-084D67A6B620}" dt="2025-11-08T13:13:23.487" v="448" actId="13926"/>
          <ac:spMkLst>
            <pc:docMk/>
            <pc:sldMk cId="1612889401" sldId="267"/>
            <ac:spMk id="3" creationId="{7A76FBE1-19EB-ECEC-902E-446EFF701E4A}"/>
          </ac:spMkLst>
        </pc:spChg>
      </pc:sldChg>
      <pc:sldChg chg="modSp add mod">
        <pc:chgData name="Ryan Norman" userId="e2c4e04267d3dad2" providerId="LiveId" clId="{C8C57C28-4959-435A-ACE0-084D67A6B620}" dt="2025-11-08T13:16:23.816" v="463" actId="27636"/>
        <pc:sldMkLst>
          <pc:docMk/>
          <pc:sldMk cId="2553820966" sldId="268"/>
        </pc:sldMkLst>
        <pc:spChg chg="mod">
          <ac:chgData name="Ryan Norman" userId="e2c4e04267d3dad2" providerId="LiveId" clId="{C8C57C28-4959-435A-ACE0-084D67A6B620}" dt="2025-11-08T13:15:56.683" v="455"/>
          <ac:spMkLst>
            <pc:docMk/>
            <pc:sldMk cId="2553820966" sldId="268"/>
            <ac:spMk id="2" creationId="{C29B796F-4230-D021-F389-92E0ADA22719}"/>
          </ac:spMkLst>
        </pc:spChg>
        <pc:spChg chg="mod">
          <ac:chgData name="Ryan Norman" userId="e2c4e04267d3dad2" providerId="LiveId" clId="{C8C57C28-4959-435A-ACE0-084D67A6B620}" dt="2025-11-08T13:16:23.816" v="463" actId="27636"/>
          <ac:spMkLst>
            <pc:docMk/>
            <pc:sldMk cId="2553820966" sldId="268"/>
            <ac:spMk id="3" creationId="{18529E62-7854-0BFA-D447-C32089613B6F}"/>
          </ac:spMkLst>
        </pc:spChg>
      </pc:sldChg>
      <pc:sldChg chg="modSp add mod">
        <pc:chgData name="Ryan Norman" userId="e2c4e04267d3dad2" providerId="LiveId" clId="{C8C57C28-4959-435A-ACE0-084D67A6B620}" dt="2025-11-08T13:16:40.192" v="466" actId="13926"/>
        <pc:sldMkLst>
          <pc:docMk/>
          <pc:sldMk cId="63683453" sldId="269"/>
        </pc:sldMkLst>
        <pc:spChg chg="mod">
          <ac:chgData name="Ryan Norman" userId="e2c4e04267d3dad2" providerId="LiveId" clId="{C8C57C28-4959-435A-ACE0-084D67A6B620}" dt="2025-11-08T13:16:40.192" v="466" actId="13926"/>
          <ac:spMkLst>
            <pc:docMk/>
            <pc:sldMk cId="63683453" sldId="269"/>
            <ac:spMk id="3" creationId="{08541984-73AB-85C7-A340-622ED236EE90}"/>
          </ac:spMkLst>
        </pc:spChg>
      </pc:sldChg>
      <pc:sldChg chg="modSp add mod">
        <pc:chgData name="Ryan Norman" userId="e2c4e04267d3dad2" providerId="LiveId" clId="{C8C57C28-4959-435A-ACE0-084D67A6B620}" dt="2025-11-08T13:18:17.261" v="476"/>
        <pc:sldMkLst>
          <pc:docMk/>
          <pc:sldMk cId="2319260650" sldId="270"/>
        </pc:sldMkLst>
        <pc:spChg chg="mod">
          <ac:chgData name="Ryan Norman" userId="e2c4e04267d3dad2" providerId="LiveId" clId="{C8C57C28-4959-435A-ACE0-084D67A6B620}" dt="2025-11-08T13:17:46.088" v="467"/>
          <ac:spMkLst>
            <pc:docMk/>
            <pc:sldMk cId="2319260650" sldId="270"/>
            <ac:spMk id="2" creationId="{D68FFAE3-E3C8-D830-8ABF-CF946BF9B153}"/>
          </ac:spMkLst>
        </pc:spChg>
        <pc:spChg chg="mod">
          <ac:chgData name="Ryan Norman" userId="e2c4e04267d3dad2" providerId="LiveId" clId="{C8C57C28-4959-435A-ACE0-084D67A6B620}" dt="2025-11-08T13:18:17.261" v="476"/>
          <ac:spMkLst>
            <pc:docMk/>
            <pc:sldMk cId="2319260650" sldId="270"/>
            <ac:spMk id="3" creationId="{B40E21E6-A74E-6B92-8121-CCD1501BDDAD}"/>
          </ac:spMkLst>
        </pc:spChg>
      </pc:sldChg>
      <pc:sldChg chg="modSp add mod">
        <pc:chgData name="Ryan Norman" userId="e2c4e04267d3dad2" providerId="LiveId" clId="{C8C57C28-4959-435A-ACE0-084D67A6B620}" dt="2025-11-08T13:18:27.301" v="478" actId="13926"/>
        <pc:sldMkLst>
          <pc:docMk/>
          <pc:sldMk cId="2814875671" sldId="271"/>
        </pc:sldMkLst>
        <pc:spChg chg="mod">
          <ac:chgData name="Ryan Norman" userId="e2c4e04267d3dad2" providerId="LiveId" clId="{C8C57C28-4959-435A-ACE0-084D67A6B620}" dt="2025-11-08T13:18:27.301" v="478" actId="13926"/>
          <ac:spMkLst>
            <pc:docMk/>
            <pc:sldMk cId="2814875671" sldId="271"/>
            <ac:spMk id="3" creationId="{96FCCF59-7347-5B48-FB41-B7167E4338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EE013-8CF5-5538-98F5-8F8E99C15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A79AE-4AEA-4585-7BFE-C54D78393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EEE5-BDE1-8582-95B6-A8B1D80A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A6F6F-579D-4322-ED0A-0A2FFB08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ECDC-04D8-AEE6-CCC6-C58E9164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5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BCA1-B26B-7BC0-B7D1-DCC2C329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8740-D1B6-0DB5-B380-A2678A065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79DA3-D3D1-8527-74F4-CCBF42F1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A4B3-B19F-D60B-059C-BEADFF7E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A07B-BA11-2048-BE63-D387F959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16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A623-4B85-FB1F-F166-7BFA2A21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3BFE-25F1-C200-45E6-C20BEB7C8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B4227-F894-8423-E5ED-DAD70800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3719-9A42-4761-1752-622C1B3D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1888C-2AF7-2311-26EA-69C38FD1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0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54B2-C473-E796-3282-FE09EF32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7F1C2-A827-B22E-34DA-A890AB421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B2C7A-F9FF-7C62-23CC-764B0A6E0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625F0-AD76-3EE6-BA00-55D61C96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C004D-8454-A742-B289-9493847E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C748-2C6C-464F-2643-90365408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1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B4EF-ECA3-8FBB-7136-2E3DC32A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57DF5-443F-07B9-2577-5E994BBB5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B34D3-B2DC-822D-4258-0A87B2F4E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92BE4-30D3-CED4-77AD-157796A1D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261FF-EB96-999A-43B1-295297CBA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9C6F4-809D-09EA-CE9B-E07C06CC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4528D-D86C-DAAA-AC73-6936CD01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CDDC5-BE5A-AD6D-8AFD-7B77D79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6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E559-FB0C-CD29-8E2C-4F179335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288ED-A6BC-3AFC-4927-818242205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3AA1A-3655-2DC9-AFF7-26D815D9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9287C-AD05-4FAA-E189-A82F8CB5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8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A40D2-1BDE-4CC6-146D-CAF7DC0E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A3DF3-E133-D2F7-F066-69B9D279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780EE-E1E0-E808-B5C5-1C299EB1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8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2555-B28E-9E8D-7AB5-E3F653A0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F495-C717-2730-5475-0952C307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A8BD7-7AAC-0489-4815-C57CC7F86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B0143-48E0-94A9-4F0F-8B299FCD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FFCF2-9551-B62F-42D4-109694D9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453B2-1743-2D0E-4BFF-9FDAAF42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9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238D-88BF-3FFB-4F92-9AD44DD0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A9D242-F1DC-CCE1-EF90-10EDEFBDA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045EE-E20F-4A77-A6D7-CDA856ED1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9B709-B075-45F0-3BB8-10A5CFE9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2DA0C-10D6-2A90-6A1A-D16612F0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54E6B-179B-31AA-5942-6BAF8FE3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7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6C28-55EE-B06F-20C2-8FB21A40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6E6A9-7F58-8EC7-2D89-CFD1A2446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9FEB-5611-E694-79AF-E39648C6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0EAA4-28D2-D245-A6F7-B910843F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1181-0317-2ABD-37AD-394AF70A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6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CD6B82-A4A6-F907-BE40-DD8388814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F2317-9BEB-B3ED-5EA4-198DC3F68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B2AF1-1F2A-EACF-F890-14BE36D4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21AE8-69E9-DA58-9CEE-0FFDB087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E41DB-2DC7-E951-7DF2-3F24DB8E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6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34AA0-C4FE-7192-530A-4515ACB8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AF1A4-8D7D-DD2C-B98A-050F37DC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B0AF-FBF9-0A07-1D89-9FB343140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8DAC2-7D89-4E78-9B48-ABF4DF833072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C500F-048D-7AB8-40BA-57588E787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A061-FEFD-321C-137B-915DCDB9F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6774-3A7A-A6E3-71CC-C1D4851E27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The language understood by a computer without translation is called _________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01C40-4370-BBE8-3352-BA40B9593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Command Language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High-Level Language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Assembly Language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218357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5264A-3831-4627-2213-25ECB83D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9AF6-2347-3DD3-4479-B8AF674A7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The language understood by a computer without translation is called _________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E05E6-E8FB-2705-971B-92A479332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Command Language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High-Level Language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Assembly Language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>
                <a:highlight>
                  <a:srgbClr val="FFFF00"/>
                </a:highlight>
              </a:rPr>
              <a:t>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88823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A4A9-D8E9-45C4-3116-5ECA272B5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67B2-633C-D0E6-AF91-DBF80ED73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The advantages of Python are: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507EB-6B5A-763D-674B-8465BA8BB7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Flexible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Easy to use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Readability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60179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95775-103C-EE2B-895D-2705CF26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3BD8-667B-E170-F165-C2B707704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The advantages of Python are: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FF3EF-AFC7-0331-9551-CE7CA861F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Flexible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Easy to use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Readability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>
                <a:highlight>
                  <a:srgbClr val="FFFF00"/>
                </a:highlight>
              </a:rPr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2854286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CCD3-4584-F8AE-B60B-49C0062B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388D-0395-9F47-BE2F-787B5F690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Python code can be written in any text editor and saved using the ____ extension in the system.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EA9BA-8755-C653-DD04-69A0B2533A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.</a:t>
            </a:r>
            <a:r>
              <a:rPr lang="en-US" dirty="0" err="1"/>
              <a:t>pytxt</a:t>
            </a: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.python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.</a:t>
            </a:r>
            <a:r>
              <a:rPr lang="en-US" dirty="0" err="1"/>
              <a:t>py</a:t>
            </a: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19092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342B-9CEB-C6C6-8552-D656EF29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7B0B-E944-AA2B-C10F-03D843BBB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Python code can be written in any text editor and saved using the ____ extension in the system.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0E18E-C2D7-B760-38C4-935566669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.</a:t>
            </a:r>
            <a:r>
              <a:rPr lang="en-US" dirty="0" err="1"/>
              <a:t>pytxt</a:t>
            </a: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.python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 err="1">
                <a:highlight>
                  <a:srgbClr val="FFFF00"/>
                </a:highlight>
              </a:rPr>
              <a:t>py</a:t>
            </a:r>
            <a:endParaRPr lang="en-US" dirty="0"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111534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AB7F-CF37-1E06-4FEA-51B69A5B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4C51-2747-BB11-9BE2-2D6B1979F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String indexing in Python starts with ____.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9A32B-B2F3-45B7-590E-5DD42A17CB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1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0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226536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8CF9-83F1-BE14-7DF0-B83E1AC00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FF15-08DB-0475-7A07-177F72277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String indexing in Python starts with ____.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AEFD9-469C-F301-BF31-1D8E743B4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1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>
                <a:highlight>
                  <a:srgbClr val="FFFF00"/>
                </a:highlight>
              </a:rPr>
              <a:t>0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301506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D7D86-CF04-124F-5F50-AFFC8E417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3218-5E51-D395-D11D-0B52E0C2B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Which one of the following is a valid Python if statement?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CAD66-6DE7-66FA-59B9-CD151EC2B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if a &gt;= 2: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if (a &gt;= 2)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if a &gt;= 2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if a =&gt; 2</a:t>
            </a:r>
          </a:p>
        </p:txBody>
      </p:sp>
    </p:spTree>
    <p:extLst>
      <p:ext uri="{BB962C8B-B14F-4D97-AF65-F5344CB8AC3E}">
        <p14:creationId xmlns:p14="http://schemas.microsoft.com/office/powerpoint/2010/main" val="86738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A7BE-7DFE-295A-D6C0-AC668FFF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E81C-0284-F2D2-1BB3-6E2E25F06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Which one of the following is a valid Python if statement?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FF682-04F3-2220-F0C6-D6A6D8F065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>
                <a:highlight>
                  <a:srgbClr val="FFFF00"/>
                </a:highlight>
              </a:rPr>
              <a:t>if a &gt;= 2: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if (a &gt;= 2)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if a &gt;= 2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if a =&gt; 2</a:t>
            </a:r>
          </a:p>
        </p:txBody>
      </p:sp>
    </p:spTree>
    <p:extLst>
      <p:ext uri="{BB962C8B-B14F-4D97-AF65-F5344CB8AC3E}">
        <p14:creationId xmlns:p14="http://schemas.microsoft.com/office/powerpoint/2010/main" val="2178096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F65B-C289-FADA-1120-AE75AF97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F41E-3029-A3E5-DF92-1BACE592C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Which type of loop is used when you know the number of times the loop should run?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A7CB6-D16B-A8A4-AA87-C297A92CD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For loop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While loop</a:t>
            </a:r>
          </a:p>
        </p:txBody>
      </p:sp>
    </p:spTree>
    <p:extLst>
      <p:ext uri="{BB962C8B-B14F-4D97-AF65-F5344CB8AC3E}">
        <p14:creationId xmlns:p14="http://schemas.microsoft.com/office/powerpoint/2010/main" val="85368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24526-6B19-464F-A3B7-6A85387D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641B-BAA4-56F8-0F3C-F089E1E7F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Which type of loop is used when you know the number of times the loop should repeat?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6FBE1-19EB-ECEC-902E-446EFF701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>
                <a:highlight>
                  <a:srgbClr val="FFFF00"/>
                </a:highlight>
              </a:rPr>
              <a:t>For loop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While loop</a:t>
            </a:r>
          </a:p>
        </p:txBody>
      </p:sp>
    </p:spTree>
    <p:extLst>
      <p:ext uri="{BB962C8B-B14F-4D97-AF65-F5344CB8AC3E}">
        <p14:creationId xmlns:p14="http://schemas.microsoft.com/office/powerpoint/2010/main" val="1612889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9988-A8A4-F2E4-CD51-27A622C88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796F-4230-D021-F389-92E0ADA22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The advantages of functions are: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29E62-7854-0BFA-D447-C32089613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Reusability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Ease of use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Scalability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255382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39A9-CF06-AEBA-C8FA-D5F2FBD4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AA4C-0192-75B5-8DBA-10CD6D182B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The advantages of functions are: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41984-73AB-85C7-A340-622ED236EE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Reusability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Ease of use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Scalability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>
                <a:highlight>
                  <a:srgbClr val="FFFF00"/>
                </a:highlight>
              </a:rPr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63683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E50EE-DEDD-9CEB-F2D9-F0F1AD9A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FFAE3-E3C8-D830-8ABF-CF946BF9B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A function is defined using the keyword ___.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E21E6-A74E-6B92-8121-CCD1501BD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 err="1"/>
              <a:t>func</a:t>
            </a: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Function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def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2319260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778E-85A9-5D3F-3085-AFCDA249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FA8A-215F-E258-22B2-6D7707F2D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A function is defined using the keyword ___.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CCF59-7347-5B48-FB41-B7167E4338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 err="1"/>
              <a:t>func</a:t>
            </a:r>
            <a:endParaRPr lang="en-US" dirty="0"/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Function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>
                <a:highlight>
                  <a:srgbClr val="FFFF00"/>
                </a:highlight>
              </a:rPr>
              <a:t>def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All the above</a:t>
            </a:r>
          </a:p>
        </p:txBody>
      </p:sp>
    </p:spTree>
    <p:extLst>
      <p:ext uri="{BB962C8B-B14F-4D97-AF65-F5344CB8AC3E}">
        <p14:creationId xmlns:p14="http://schemas.microsoft.com/office/powerpoint/2010/main" val="281487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310</Words>
  <Application>Microsoft Office PowerPoint</Application>
  <PresentationFormat>Widescreen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The language understood by a computer without translation is called _________</vt:lpstr>
      <vt:lpstr>The language understood by a computer without translation is called _________</vt:lpstr>
      <vt:lpstr>The advantages of Python are:</vt:lpstr>
      <vt:lpstr>The advantages of Python are:</vt:lpstr>
      <vt:lpstr>Python code can be written in any text editor and saved using the ____ extension in the system.</vt:lpstr>
      <vt:lpstr>Python code can be written in any text editor and saved using the ____ extension in the system.</vt:lpstr>
      <vt:lpstr>String indexing in Python starts with ____.</vt:lpstr>
      <vt:lpstr>String indexing in Python starts with ____.</vt:lpstr>
      <vt:lpstr>Which one of the following is a valid Python if statement?</vt:lpstr>
      <vt:lpstr>Which one of the following is a valid Python if statement?</vt:lpstr>
      <vt:lpstr>Which type of loop is used when you know the number of times the loop should run?</vt:lpstr>
      <vt:lpstr>Which type of loop is used when you know the number of times the loop should repeat?</vt:lpstr>
      <vt:lpstr>The advantages of functions are:</vt:lpstr>
      <vt:lpstr>The advantages of functions are:</vt:lpstr>
      <vt:lpstr>A function is defined using the keyword ___.</vt:lpstr>
      <vt:lpstr>A function is defined using the keyword ___.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Norman</dc:creator>
  <cp:lastModifiedBy>Ryan Norman</cp:lastModifiedBy>
  <cp:revision>1</cp:revision>
  <dcterms:created xsi:type="dcterms:W3CDTF">2025-11-08T12:47:50Z</dcterms:created>
  <dcterms:modified xsi:type="dcterms:W3CDTF">2025-11-08T13:18:32Z</dcterms:modified>
</cp:coreProperties>
</file>