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2C549B-69F7-4943-BB15-BE9ABC4C03AF}" v="16" dt="2025-11-09T12:47:44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>
        <p:scale>
          <a:sx n="75" d="100"/>
          <a:sy n="75" d="100"/>
        </p:scale>
        <p:origin x="1205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Norman" userId="e2c4e04267d3dad2" providerId="LiveId" clId="{C8C57C28-4959-435A-ACE0-084D67A6B620}"/>
    <pc:docChg chg="custSel addSld delSld modSld sldOrd">
      <pc:chgData name="Ryan Norman" userId="e2c4e04267d3dad2" providerId="LiveId" clId="{C8C57C28-4959-435A-ACE0-084D67A6B620}" dt="2025-11-09T12:48:06.187" v="109" actId="113"/>
      <pc:docMkLst>
        <pc:docMk/>
      </pc:docMkLst>
      <pc:sldChg chg="modSp mod">
        <pc:chgData name="Ryan Norman" userId="e2c4e04267d3dad2" providerId="LiveId" clId="{C8C57C28-4959-435A-ACE0-084D67A6B620}" dt="2025-11-09T12:40:48.568" v="24" actId="255"/>
        <pc:sldMkLst>
          <pc:docMk/>
          <pc:sldMk cId="2183576349" sldId="256"/>
        </pc:sldMkLst>
        <pc:spChg chg="mod">
          <ac:chgData name="Ryan Norman" userId="e2c4e04267d3dad2" providerId="LiveId" clId="{C8C57C28-4959-435A-ACE0-084D67A6B620}" dt="2025-11-09T12:40:48.568" v="24" actId="255"/>
          <ac:spMkLst>
            <pc:docMk/>
            <pc:sldMk cId="2183576349" sldId="256"/>
            <ac:spMk id="2" creationId="{BDED6774-3A7A-A6E3-71CC-C1D4851E2735}"/>
          </ac:spMkLst>
        </pc:spChg>
        <pc:spChg chg="mod">
          <ac:chgData name="Ryan Norman" userId="e2c4e04267d3dad2" providerId="LiveId" clId="{C8C57C28-4959-435A-ACE0-084D67A6B620}" dt="2025-11-09T12:36:41.118" v="14"/>
          <ac:spMkLst>
            <pc:docMk/>
            <pc:sldMk cId="2183576349" sldId="256"/>
            <ac:spMk id="3" creationId="{75C01C40-4370-BBE8-3352-BA40B959347B}"/>
          </ac:spMkLst>
        </pc:spChg>
      </pc:sldChg>
      <pc:sldChg chg="del">
        <pc:chgData name="Ryan Norman" userId="e2c4e04267d3dad2" providerId="LiveId" clId="{C8C57C28-4959-435A-ACE0-084D67A6B620}" dt="2025-11-09T12:36:54.729" v="16" actId="47"/>
        <pc:sldMkLst>
          <pc:docMk/>
          <pc:sldMk cId="888231455" sldId="257"/>
        </pc:sldMkLst>
      </pc:sldChg>
      <pc:sldChg chg="del">
        <pc:chgData name="Ryan Norman" userId="e2c4e04267d3dad2" providerId="LiveId" clId="{C8C57C28-4959-435A-ACE0-084D67A6B620}" dt="2025-11-09T12:36:54.729" v="16" actId="47"/>
        <pc:sldMkLst>
          <pc:docMk/>
          <pc:sldMk cId="601790176" sldId="258"/>
        </pc:sldMkLst>
      </pc:sldChg>
      <pc:sldChg chg="del">
        <pc:chgData name="Ryan Norman" userId="e2c4e04267d3dad2" providerId="LiveId" clId="{C8C57C28-4959-435A-ACE0-084D67A6B620}" dt="2025-11-09T12:36:54.729" v="16" actId="47"/>
        <pc:sldMkLst>
          <pc:docMk/>
          <pc:sldMk cId="2854286423" sldId="259"/>
        </pc:sldMkLst>
      </pc:sldChg>
      <pc:sldChg chg="del">
        <pc:chgData name="Ryan Norman" userId="e2c4e04267d3dad2" providerId="LiveId" clId="{C8C57C28-4959-435A-ACE0-084D67A6B620}" dt="2025-11-09T12:36:54.729" v="16" actId="47"/>
        <pc:sldMkLst>
          <pc:docMk/>
          <pc:sldMk cId="190921401" sldId="260"/>
        </pc:sldMkLst>
      </pc:sldChg>
      <pc:sldChg chg="del">
        <pc:chgData name="Ryan Norman" userId="e2c4e04267d3dad2" providerId="LiveId" clId="{C8C57C28-4959-435A-ACE0-084D67A6B620}" dt="2025-11-09T12:36:54.729" v="16" actId="47"/>
        <pc:sldMkLst>
          <pc:docMk/>
          <pc:sldMk cId="1115342093" sldId="261"/>
        </pc:sldMkLst>
      </pc:sldChg>
      <pc:sldChg chg="modSp add mod">
        <pc:chgData name="Ryan Norman" userId="e2c4e04267d3dad2" providerId="LiveId" clId="{C8C57C28-4959-435A-ACE0-084D67A6B620}" dt="2025-11-09T12:37:16.828" v="18" actId="113"/>
        <pc:sldMkLst>
          <pc:docMk/>
          <pc:sldMk cId="2258025451" sldId="262"/>
        </pc:sldMkLst>
        <pc:spChg chg="mod">
          <ac:chgData name="Ryan Norman" userId="e2c4e04267d3dad2" providerId="LiveId" clId="{C8C57C28-4959-435A-ACE0-084D67A6B620}" dt="2025-11-09T12:37:16.828" v="18" actId="113"/>
          <ac:spMkLst>
            <pc:docMk/>
            <pc:sldMk cId="2258025451" sldId="262"/>
            <ac:spMk id="3" creationId="{65F9609C-C525-CB96-9CEA-D9605FA842E0}"/>
          </ac:spMkLst>
        </pc:spChg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2265367991" sldId="262"/>
        </pc:sldMkLst>
      </pc:sldChg>
      <pc:sldChg chg="modSp add mod ord">
        <pc:chgData name="Ryan Norman" userId="e2c4e04267d3dad2" providerId="LiveId" clId="{C8C57C28-4959-435A-ACE0-084D67A6B620}" dt="2025-11-09T12:40:40.584" v="23" actId="255"/>
        <pc:sldMkLst>
          <pc:docMk/>
          <pc:sldMk cId="1916579902" sldId="263"/>
        </pc:sldMkLst>
        <pc:spChg chg="mod">
          <ac:chgData name="Ryan Norman" userId="e2c4e04267d3dad2" providerId="LiveId" clId="{C8C57C28-4959-435A-ACE0-084D67A6B620}" dt="2025-11-09T12:40:40.584" v="23" actId="255"/>
          <ac:spMkLst>
            <pc:docMk/>
            <pc:sldMk cId="1916579902" sldId="263"/>
            <ac:spMk id="2" creationId="{C50F014C-004B-A624-8239-E1B259730DFC}"/>
          </ac:spMkLst>
        </pc:spChg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3015062575" sldId="263"/>
        </pc:sldMkLst>
      </pc:sldChg>
      <pc:sldChg chg="modSp add mod">
        <pc:chgData name="Ryan Norman" userId="e2c4e04267d3dad2" providerId="LiveId" clId="{C8C57C28-4959-435A-ACE0-084D67A6B620}" dt="2025-11-09T12:41:07.796" v="27" actId="13926"/>
        <pc:sldMkLst>
          <pc:docMk/>
          <pc:sldMk cId="311179571" sldId="264"/>
        </pc:sldMkLst>
        <pc:spChg chg="mod">
          <ac:chgData name="Ryan Norman" userId="e2c4e04267d3dad2" providerId="LiveId" clId="{C8C57C28-4959-435A-ACE0-084D67A6B620}" dt="2025-11-09T12:41:07.796" v="27" actId="13926"/>
          <ac:spMkLst>
            <pc:docMk/>
            <pc:sldMk cId="311179571" sldId="264"/>
            <ac:spMk id="3" creationId="{B0E4B24A-1A34-DB23-8866-25C81D948FDE}"/>
          </ac:spMkLst>
        </pc:spChg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867387860" sldId="264"/>
        </pc:sldMkLst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2178096191" sldId="265"/>
        </pc:sldMkLst>
      </pc:sldChg>
      <pc:sldChg chg="modSp add mod ord">
        <pc:chgData name="Ryan Norman" userId="e2c4e04267d3dad2" providerId="LiveId" clId="{C8C57C28-4959-435A-ACE0-084D67A6B620}" dt="2025-11-09T12:44:41.366" v="91"/>
        <pc:sldMkLst>
          <pc:docMk/>
          <pc:sldMk cId="2205742993" sldId="265"/>
        </pc:sldMkLst>
        <pc:spChg chg="mod">
          <ac:chgData name="Ryan Norman" userId="e2c4e04267d3dad2" providerId="LiveId" clId="{C8C57C28-4959-435A-ACE0-084D67A6B620}" dt="2025-11-09T12:43:32.374" v="31"/>
          <ac:spMkLst>
            <pc:docMk/>
            <pc:sldMk cId="2205742993" sldId="265"/>
            <ac:spMk id="2" creationId="{E97CB868-D9C4-3434-612F-64D501B215B8}"/>
          </ac:spMkLst>
        </pc:spChg>
        <pc:spChg chg="mod">
          <ac:chgData name="Ryan Norman" userId="e2c4e04267d3dad2" providerId="LiveId" clId="{C8C57C28-4959-435A-ACE0-084D67A6B620}" dt="2025-11-09T12:44:41.366" v="91"/>
          <ac:spMkLst>
            <pc:docMk/>
            <pc:sldMk cId="2205742993" sldId="265"/>
            <ac:spMk id="3" creationId="{F74470B6-5642-6E56-ED08-03EED388A527}"/>
          </ac:spMkLst>
        </pc:spChg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853683334" sldId="266"/>
        </pc:sldMkLst>
      </pc:sldChg>
      <pc:sldChg chg="modSp add mod">
        <pc:chgData name="Ryan Norman" userId="e2c4e04267d3dad2" providerId="LiveId" clId="{C8C57C28-4959-435A-ACE0-084D67A6B620}" dt="2025-11-09T12:44:59.947" v="94" actId="13926"/>
        <pc:sldMkLst>
          <pc:docMk/>
          <pc:sldMk cId="1941292604" sldId="266"/>
        </pc:sldMkLst>
        <pc:spChg chg="mod">
          <ac:chgData name="Ryan Norman" userId="e2c4e04267d3dad2" providerId="LiveId" clId="{C8C57C28-4959-435A-ACE0-084D67A6B620}" dt="2025-11-09T12:44:59.947" v="94" actId="13926"/>
          <ac:spMkLst>
            <pc:docMk/>
            <pc:sldMk cId="1941292604" sldId="266"/>
            <ac:spMk id="3" creationId="{4EF6F3BC-21B5-5A4A-5406-E153C91DFCD1}"/>
          </ac:spMkLst>
        </pc:spChg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1612889401" sldId="267"/>
        </pc:sldMkLst>
      </pc:sldChg>
      <pc:sldChg chg="modSp add mod ord">
        <pc:chgData name="Ryan Norman" userId="e2c4e04267d3dad2" providerId="LiveId" clId="{C8C57C28-4959-435A-ACE0-084D67A6B620}" dt="2025-11-09T12:47:44.102" v="106"/>
        <pc:sldMkLst>
          <pc:docMk/>
          <pc:sldMk cId="2987819147" sldId="267"/>
        </pc:sldMkLst>
        <pc:spChg chg="mod">
          <ac:chgData name="Ryan Norman" userId="e2c4e04267d3dad2" providerId="LiveId" clId="{C8C57C28-4959-435A-ACE0-084D67A6B620}" dt="2025-11-09T12:47:07.097" v="98"/>
          <ac:spMkLst>
            <pc:docMk/>
            <pc:sldMk cId="2987819147" sldId="267"/>
            <ac:spMk id="2" creationId="{A1211D09-F3E7-8529-F6C4-142D3A3FE043}"/>
          </ac:spMkLst>
        </pc:spChg>
        <pc:spChg chg="mod">
          <ac:chgData name="Ryan Norman" userId="e2c4e04267d3dad2" providerId="LiveId" clId="{C8C57C28-4959-435A-ACE0-084D67A6B620}" dt="2025-11-09T12:47:44.102" v="106"/>
          <ac:spMkLst>
            <pc:docMk/>
            <pc:sldMk cId="2987819147" sldId="267"/>
            <ac:spMk id="3" creationId="{BD3C37CF-2B48-6BD6-DFF6-FB1F39E86471}"/>
          </ac:spMkLst>
        </pc:spChg>
      </pc:sldChg>
      <pc:sldChg chg="modSp add mod">
        <pc:chgData name="Ryan Norman" userId="e2c4e04267d3dad2" providerId="LiveId" clId="{C8C57C28-4959-435A-ACE0-084D67A6B620}" dt="2025-11-09T12:48:06.187" v="109" actId="113"/>
        <pc:sldMkLst>
          <pc:docMk/>
          <pc:sldMk cId="2124054630" sldId="268"/>
        </pc:sldMkLst>
        <pc:spChg chg="mod">
          <ac:chgData name="Ryan Norman" userId="e2c4e04267d3dad2" providerId="LiveId" clId="{C8C57C28-4959-435A-ACE0-084D67A6B620}" dt="2025-11-09T12:48:06.187" v="109" actId="113"/>
          <ac:spMkLst>
            <pc:docMk/>
            <pc:sldMk cId="2124054630" sldId="268"/>
            <ac:spMk id="3" creationId="{AA02BAF1-9C41-A19D-C49B-6C9F11582491}"/>
          </ac:spMkLst>
        </pc:spChg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2553820966" sldId="268"/>
        </pc:sldMkLst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63683453" sldId="269"/>
        </pc:sldMkLst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2319260650" sldId="270"/>
        </pc:sldMkLst>
      </pc:sldChg>
      <pc:sldChg chg="del">
        <pc:chgData name="Ryan Norman" userId="e2c4e04267d3dad2" providerId="LiveId" clId="{C8C57C28-4959-435A-ACE0-084D67A6B620}" dt="2025-11-09T12:33:37.878" v="0" actId="47"/>
        <pc:sldMkLst>
          <pc:docMk/>
          <pc:sldMk cId="2814875671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EE013-8CF5-5538-98F5-8F8E99C15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A79AE-4AEA-4585-7BFE-C54D78393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EEE5-BDE1-8582-95B6-A8B1D80A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A6F6F-579D-4322-ED0A-0A2FFB08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ECDC-04D8-AEE6-CCC6-C58E9164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5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BCA1-B26B-7BC0-B7D1-DCC2C329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8740-D1B6-0DB5-B380-A2678A06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79DA3-D3D1-8527-74F4-CCBF42F1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A4B3-B19F-D60B-059C-BEADFF7E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A07B-BA11-2048-BE63-D387F959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16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A623-4B85-FB1F-F166-7BFA2A21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3BFE-25F1-C200-45E6-C20BEB7C8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B4227-F894-8423-E5ED-DAD70800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3719-9A42-4761-1752-622C1B3D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1888C-2AF7-2311-26EA-69C38FD1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0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54B2-C473-E796-3282-FE09EF32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7F1C2-A827-B22E-34DA-A890AB421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B2C7A-F9FF-7C62-23CC-764B0A6E0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625F0-AD76-3EE6-BA00-55D61C96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C004D-8454-A742-B289-9493847E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C748-2C6C-464F-2643-90365408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1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B4EF-ECA3-8FBB-7136-2E3DC32A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57DF5-443F-07B9-2577-5E994BBB5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B34D3-B2DC-822D-4258-0A87B2F4E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92BE4-30D3-CED4-77AD-157796A1D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261FF-EB96-999A-43B1-295297CBA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9C6F4-809D-09EA-CE9B-E07C06CC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4528D-D86C-DAAA-AC73-6936CD01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CDDC5-BE5A-AD6D-8AFD-7B77D79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6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E559-FB0C-CD29-8E2C-4F179335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288ED-A6BC-3AFC-4927-81824220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3AA1A-3655-2DC9-AFF7-26D815D9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9287C-AD05-4FAA-E189-A82F8CB5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8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A40D2-1BDE-4CC6-146D-CAF7DC0E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A3DF3-E133-D2F7-F066-69B9D279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780EE-E1E0-E808-B5C5-1C299EB1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8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2555-B28E-9E8D-7AB5-E3F653A0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F495-C717-2730-5475-0952C307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A8BD7-7AAC-0489-4815-C57CC7F86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B0143-48E0-94A9-4F0F-8B299FCD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FFCF2-9551-B62F-42D4-109694D9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453B2-1743-2D0E-4BFF-9FDAAF42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9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238D-88BF-3FFB-4F92-9AD44DD0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9D242-F1DC-CCE1-EF90-10EDEFBDA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045EE-E20F-4A77-A6D7-CDA856ED1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9B709-B075-45F0-3BB8-10A5CFE9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2DA0C-10D6-2A90-6A1A-D16612F0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54E6B-179B-31AA-5942-6BAF8FE3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7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6C28-55EE-B06F-20C2-8FB21A40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6E6A9-7F58-8EC7-2D89-CFD1A2446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9FEB-5611-E694-79AF-E39648C6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0EAA4-28D2-D245-A6F7-B910843F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1181-0317-2ABD-37AD-394AF70A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6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CD6B82-A4A6-F907-BE40-DD8388814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F2317-9BEB-B3ED-5EA4-198DC3F68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B2AF1-1F2A-EACF-F890-14BE36D4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1AE8-69E9-DA58-9CEE-0FFDB087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E41DB-2DC7-E951-7DF2-3F24DB8E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6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34AA0-C4FE-7192-530A-4515ACB8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AF1A4-8D7D-DD2C-B98A-050F37DC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B0AF-FBF9-0A07-1D89-9FB343140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8DAC2-7D89-4E78-9B48-ABF4DF83307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C500F-048D-7AB8-40BA-57588E787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A061-FEFD-321C-137B-915DCDB9F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6C401-6CE3-4E78-9A69-90216E46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6774-3A7A-A6E3-71CC-C1D4851E27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Your company wants to shift to an AI system that can learn from data and improve over time. Which method best aligns with this transition?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01C40-4370-BBE8-3352-BA40B9593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 err="1"/>
              <a:t>Harcoded</a:t>
            </a:r>
            <a:r>
              <a:rPr lang="en-US" dirty="0"/>
              <a:t> rules-based system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Statistical learning models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Manual decision trees without training data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Fixed if-else logic programs</a:t>
            </a:r>
          </a:p>
        </p:txBody>
      </p:sp>
    </p:spTree>
    <p:extLst>
      <p:ext uri="{BB962C8B-B14F-4D97-AF65-F5344CB8AC3E}">
        <p14:creationId xmlns:p14="http://schemas.microsoft.com/office/powerpoint/2010/main" val="218357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D5EA-7D6A-FA83-A33D-0AA861B71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D6A0-3E65-86A5-4900-1DC25C3DB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/>
              <a:t>Your company wants to shift to an AI system that can learn from data and improve over time. Which method best aligns with this transition?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609C-C525-CB96-9CEA-D9605FA842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 err="1"/>
              <a:t>Harcoded</a:t>
            </a:r>
            <a:r>
              <a:rPr lang="en-US" dirty="0"/>
              <a:t> rules-based system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dirty="0">
                <a:highlight>
                  <a:srgbClr val="FFFF00"/>
                </a:highlight>
              </a:rPr>
              <a:t>Statistical learning models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Manual decision trees without training data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Fixed if-else logic programs</a:t>
            </a:r>
          </a:p>
        </p:txBody>
      </p:sp>
    </p:spTree>
    <p:extLst>
      <p:ext uri="{BB962C8B-B14F-4D97-AF65-F5344CB8AC3E}">
        <p14:creationId xmlns:p14="http://schemas.microsoft.com/office/powerpoint/2010/main" val="225802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C3C4-88BA-A87A-FC4A-9388B03E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014C-004B-A624-8239-E1B259730D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An AI-powered robotic assistant improves its performance over by receiving rewards for efficient </a:t>
            </a:r>
            <a:r>
              <a:rPr lang="en-US" sz="2800" dirty="0" err="1"/>
              <a:t>naviation</a:t>
            </a:r>
            <a:r>
              <a:rPr lang="en-US" sz="2800" dirty="0"/>
              <a:t> and penalties for collisions. Which type of ML is being used?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E5629-AEB3-48DF-615D-2D9BEC916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 err="1"/>
              <a:t>Harcoded</a:t>
            </a:r>
            <a:r>
              <a:rPr lang="en-US" dirty="0"/>
              <a:t> rules-based system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Statistical learning models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Manual decision trees without training data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Fixed if-else logic programs</a:t>
            </a:r>
          </a:p>
        </p:txBody>
      </p:sp>
    </p:spTree>
    <p:extLst>
      <p:ext uri="{BB962C8B-B14F-4D97-AF65-F5344CB8AC3E}">
        <p14:creationId xmlns:p14="http://schemas.microsoft.com/office/powerpoint/2010/main" val="191657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FD42-F35E-B48D-53F5-1B4DCBED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FAE9-803B-747F-B34B-D1A2CB0CEE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An AI-powered robotic assistant improves its performance over by receiving rewards for efficient </a:t>
            </a:r>
            <a:r>
              <a:rPr lang="en-US" sz="2800" dirty="0" err="1"/>
              <a:t>naviation</a:t>
            </a:r>
            <a:r>
              <a:rPr lang="en-US" sz="2800" dirty="0"/>
              <a:t> and penalties for collisions. Which type of ML is being used?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4B24A-1A34-DB23-8866-25C81D948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 err="1"/>
              <a:t>Harcoded</a:t>
            </a:r>
            <a:r>
              <a:rPr lang="en-US" dirty="0"/>
              <a:t> rules-based system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dirty="0">
                <a:highlight>
                  <a:srgbClr val="FFFF00"/>
                </a:highlight>
              </a:rPr>
              <a:t>Statistical learning models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Manual decision trees without training data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Fixed if-else logic programs</a:t>
            </a:r>
          </a:p>
        </p:txBody>
      </p:sp>
    </p:spTree>
    <p:extLst>
      <p:ext uri="{BB962C8B-B14F-4D97-AF65-F5344CB8AC3E}">
        <p14:creationId xmlns:p14="http://schemas.microsoft.com/office/powerpoint/2010/main" val="31117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01F3-75BA-4B38-3D08-652BDEA8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B868-D9C4-3434-612F-64D501B21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Which of the following is a key characteristic of deep learning as compared to machine learning?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470B6-5642-6E56-ED08-03EED388A5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Uses decision trees and SVMs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Requires less compute power and small datasets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Uses neural networks with multiple layers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Can be effective in a wide range of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0574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1ADB-E149-EFAD-BEE6-25E98F952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A543-CF99-0003-BBC9-B709AF316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Which of the following is a key characteristic of deep learning as compared to machine learning?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6F3BC-21B5-5A4A-5406-E153C91DF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Uses decision trees and SVMs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Requires less compute power and small datasets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dirty="0">
                <a:highlight>
                  <a:srgbClr val="FFFF00"/>
                </a:highlight>
              </a:rPr>
              <a:t>Uses neural networks with multiple layers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Can be effective in a wide range of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1292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732F-9EA6-4FBD-0EE6-0B11FB184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1D09-F3E7-8529-F6C4-142D3A3FE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Which type of neural network is best suited for self-driving vehicles?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C37CF-2B48-6BD6-DFF6-FB1F39E86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Recurrent Neural Networks (RNNs)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Convolutional Neural Networks (CNNs)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Artificial Neural Networks (ANNs)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Deep Neural Networks (DNNs)</a:t>
            </a:r>
          </a:p>
        </p:txBody>
      </p:sp>
    </p:spTree>
    <p:extLst>
      <p:ext uri="{BB962C8B-B14F-4D97-AF65-F5344CB8AC3E}">
        <p14:creationId xmlns:p14="http://schemas.microsoft.com/office/powerpoint/2010/main" val="298781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7632-CC01-1B7C-E837-3E2446B1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A5C8-357C-4888-50F5-F62AD6FBF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Which type of neural network is best suited for self-driving vehicles?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2BAF1-9C41-A19D-C49B-6C9F11582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Recurrent Neural Networks (RNNs)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dirty="0">
                <a:highlight>
                  <a:srgbClr val="FFFF00"/>
                </a:highlight>
              </a:rPr>
              <a:t>Convolutional Neural Networks (CNNs)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Artificial Neural Networks (ANNs)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Deep Neural Networks (DNNs)</a:t>
            </a:r>
          </a:p>
        </p:txBody>
      </p:sp>
    </p:spTree>
    <p:extLst>
      <p:ext uri="{BB962C8B-B14F-4D97-AF65-F5344CB8AC3E}">
        <p14:creationId xmlns:p14="http://schemas.microsoft.com/office/powerpoint/2010/main" val="2124054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332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Your company wants to shift to an AI system that can learn from data and improve over time. Which method best aligns with this transition?</vt:lpstr>
      <vt:lpstr>Your company wants to shift to an AI system that can learn from data and improve over time. Which method best aligns with this transition?</vt:lpstr>
      <vt:lpstr>An AI-powered robotic assistant improves its performance over by receiving rewards for efficient naviation and penalties for collisions. Which type of ML is being used?</vt:lpstr>
      <vt:lpstr>An AI-powered robotic assistant improves its performance over by receiving rewards for efficient naviation and penalties for collisions. Which type of ML is being used?</vt:lpstr>
      <vt:lpstr>Which of the following is a key characteristic of deep learning as compared to machine learning?</vt:lpstr>
      <vt:lpstr>Which of the following is a key characteristic of deep learning as compared to machine learning?</vt:lpstr>
      <vt:lpstr>Which type of neural network is best suited for self-driving vehicles?</vt:lpstr>
      <vt:lpstr>Which type of neural network is best suited for self-driving vehicles?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Norman</dc:creator>
  <cp:lastModifiedBy>Ryan Norman</cp:lastModifiedBy>
  <cp:revision>2</cp:revision>
  <dcterms:created xsi:type="dcterms:W3CDTF">2025-11-08T12:47:50Z</dcterms:created>
  <dcterms:modified xsi:type="dcterms:W3CDTF">2025-11-09T12:48:10Z</dcterms:modified>
</cp:coreProperties>
</file>